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Heart Disease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4 Machine Learning Capstone</a:t>
            </a:r>
          </a:p>
          <a:p>
            <a:r>
              <a:t>Logistic Regression and Decision Tree · UCI Heart Disease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920 records and 16 original columns.</a:t>
            </a:r>
          </a:p>
          <a:p>
            <a:pPr>
              <a:spcAft>
                <a:spcPts val="1200"/>
              </a:spcAft>
              <a:defRPr sz="2200"/>
            </a:pPr>
            <a:r>
              <a:t>Target num was converted to binary: 0 = no disease; 1–4 = disease.</a:t>
            </a:r>
          </a:p>
          <a:p>
            <a:pPr>
              <a:spcAft>
                <a:spcPts val="1200"/>
              </a:spcAft>
              <a:defRPr sz="2200"/>
            </a:pPr>
            <a:r>
              <a:t>Class counts: {'no disease (0)': 411, 'disease (1)': 509}.</a:t>
            </a:r>
          </a:p>
          <a:p>
            <a:pPr>
              <a:spcAft>
                <a:spcPts val="1200"/>
              </a:spcAft>
              <a:defRPr sz="2200"/>
            </a:pPr>
            <a:r>
              <a:t>Dropped patient ID and collection site to avoid identifier and site shortcuts.</a:t>
            </a:r>
          </a:p>
          <a:p>
            <a:pPr>
              <a:spcAft>
                <a:spcPts val="1200"/>
              </a:spcAft>
              <a:defRPr sz="2200"/>
            </a:pPr>
            <a:r>
              <a:t>Most missing: ca (611), thal (486), slope (309).</a:t>
            </a:r>
          </a:p>
          <a:p>
            <a:pPr>
              <a:spcAft>
                <a:spcPts val="1200"/>
              </a:spcAft>
              <a:defRPr sz="2200"/>
            </a:pPr>
            <a:r>
              <a:t>Source: UCI Heart Disease, CC BY 4.0; see the README for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One reproducible 80/20 stratified train/test split (random seed 42).</a:t>
            </a:r>
          </a:p>
          <a:p>
            <a:pPr>
              <a:spcAft>
                <a:spcPts val="1200"/>
              </a:spcAft>
              <a:defRPr sz="2200"/>
            </a:pPr>
            <a:r>
              <a:t>Numeric missing values: training-set median imputation plus missing indicators.</a:t>
            </a:r>
          </a:p>
          <a:p>
            <a:pPr>
              <a:spcAft>
                <a:spcPts val="1200"/>
              </a:spcAft>
              <a:defRPr sz="2200"/>
            </a:pPr>
            <a:r>
              <a:t>Categorical values: training-set most-frequent imputation and one-hot encoding.</a:t>
            </a:r>
          </a:p>
          <a:p>
            <a:pPr>
              <a:spcAft>
                <a:spcPts val="1200"/>
              </a:spcAft>
              <a:defRPr sz="2200"/>
            </a:pPr>
            <a:r>
              <a:t>Numeric scaling is fitted for Logistic Regression; Decision Trees use unscaled values.</a:t>
            </a:r>
          </a:p>
          <a:p>
            <a:pPr>
              <a:spcAft>
                <a:spcPts val="1200"/>
              </a:spcAft>
              <a:defRPr sz="2200"/>
            </a:pPr>
            <a:r>
              <a:t>All preprocessing is inside each model pipeline, fitted on training rows only.</a:t>
            </a:r>
          </a:p>
          <a:p>
            <a:pPr>
              <a:spcAft>
                <a:spcPts val="1200"/>
              </a:spcAft>
              <a:defRPr sz="2200"/>
            </a:pPr>
            <a:r>
              <a:t>Metrics: accuracy, precision, recall, F1, ROC-AUC, and confusion matrices.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Test-set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554480"/>
          <a:ext cx="113385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518160">
                <a:tc>
                  <a:txBody>
                    <a:bodyPr/>
                    <a:lstStyle/>
                    <a:p>
                      <a:r>
                        <a:rPr b="1" sz="14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ROC-AUC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0.908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 and ROC curves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669280" cy="2551176"/>
          </a:xfrm>
          <a:prstGeom prst="rect">
            <a:avLst/>
          </a:prstGeom>
        </p:spPr>
      </p:pic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577840" cy="3984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On this split, Logistic Regression has the strongest ROC-AUC (0.908) among these two baselines.</a:t>
            </a:r>
          </a:p>
          <a:p>
            <a:pPr>
              <a:spcAft>
                <a:spcPts val="1200"/>
              </a:spcAft>
              <a:defRPr sz="2200"/>
            </a:pPr>
            <a:r>
              <a:t>The combined cohort spans multiple hospitals and has substantial missingness; results may reflect cohort differences.</a:t>
            </a:r>
          </a:p>
          <a:p>
            <a:pPr>
              <a:spcAft>
                <a:spcPts val="1200"/>
              </a:spcAft>
              <a:defRPr sz="2200"/>
            </a:pPr>
            <a:r>
              <a:t>A single random split is educational evidence, not external clinical validation.</a:t>
            </a:r>
          </a:p>
          <a:p>
            <a:pPr>
              <a:spcAft>
                <a:spcPts val="1200"/>
              </a:spcAft>
              <a:defRPr sz="2200"/>
            </a:pPr>
            <a:r>
              <a:t>This model is not a clinical diagnostic tool and must not guide patient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